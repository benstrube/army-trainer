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anel"/>
          <p:cNvSpPr/>
          <p:nvPr userDrawn="1"/>
        </p:nvSpPr>
        <p:spPr>
          <a:xfrm>
            <a:off x="0" y="0"/>
            <a:ext cx="12191695" cy="4480560"/>
          </a:xfrm>
          <a:prstGeom prst="rect">
            <a:avLst/>
          </a:prstGeom>
          <a:solidFill>
            <a:srgbClr val="222021"/>
          </a:solidFill>
          <a:ln>
            <a:noFill/>
          </a:ln>
        </p:spPr>
      </p:sp>
      <p:sp>
        <p:nvSpPr>
          <p:cNvPr id="8" name="Gold rule"/>
          <p:cNvSpPr/>
          <p:nvPr userDrawn="1"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FFCD0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097280"/>
            <a:ext cx="10728655" cy="2926080"/>
          </a:xfrm>
        </p:spPr>
        <p:txBody>
          <a:bodyPr anchor="b" wrap="square"/>
          <a:lstStyle>
            <a:lvl1pPr algn="l" marL="0" indent="0">
              <a:buNone/>
              <a:defRPr sz="4000" b="1" cap="all" spc="100">
                <a:solidFill>
                  <a:srgbClr val="FFFFFF"/>
                </a:solidFill>
                <a:latin typeface="Arial"/>
              </a:defRPr>
            </a:lvl1pPr>
          </a:lstStyle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846320"/>
            <a:ext cx="10728655" cy="1280160"/>
          </a:xfrm>
        </p:spPr>
        <p:txBody>
          <a:bodyPr anchor="t" wrap="square"/>
          <a:lstStyle>
            <a:lvl1pPr algn="l" marL="0" indent="0">
              <a:buNone/>
              <a:defRPr sz="2200" b="0">
                <a:solidFill>
                  <a:srgbClr val="222021"/>
                </a:solidFill>
                <a:latin typeface="Arial"/>
              </a:defRPr>
            </a:lvl1pPr>
          </a:lstStyle>
          <a:p>
            <a:pPr algn="l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46520"/>
            <a:ext cx="9905695" cy="274320"/>
          </a:xfrm>
        </p:spPr>
        <p:txBody>
          <a:bodyPr anchor="ctr" wrap="square"/>
          <a:lstStyle>
            <a:lvl1pPr algn="l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274320"/>
          </a:xfrm>
        </p:spPr>
        <p:txBody>
          <a:bodyPr anchor="ctr" wrap="square"/>
          <a:lstStyle>
            <a:lvl1pPr algn="r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vider background"/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574E"/>
          </a:solidFill>
          <a:ln>
            <a:noFill/>
          </a:ln>
        </p:spPr>
      </p:sp>
      <p:sp>
        <p:nvSpPr>
          <p:cNvPr id="8" name="Gold rule"/>
          <p:cNvSpPr/>
          <p:nvPr userDrawn="1"/>
        </p:nvSpPr>
        <p:spPr>
          <a:xfrm>
            <a:off x="731520" y="3749039"/>
            <a:ext cx="2743200" cy="91440"/>
          </a:xfrm>
          <a:prstGeom prst="rect">
            <a:avLst/>
          </a:prstGeom>
          <a:solidFill>
            <a:srgbClr val="FFCD0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463040"/>
            <a:ext cx="10728655" cy="2103120"/>
          </a:xfrm>
        </p:spPr>
        <p:txBody>
          <a:bodyPr anchor="b" wrap="square"/>
          <a:lstStyle>
            <a:lvl1pPr algn="l" marL="0" indent="0">
              <a:buNone/>
              <a:defRPr sz="4000" b="1" cap="all" spc="100">
                <a:solidFill>
                  <a:srgbClr val="FFFFFF"/>
                </a:solidFill>
                <a:latin typeface="Arial"/>
              </a:defRPr>
            </a:lvl1pPr>
          </a:lstStyle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4023360"/>
            <a:ext cx="10728655" cy="1463040"/>
          </a:xfrm>
        </p:spPr>
        <p:txBody>
          <a:bodyPr anchor="t" wrap="square"/>
          <a:lstStyle>
            <a:lvl1pPr algn="l" marL="0" indent="0">
              <a:buNone/>
              <a:defRPr sz="2200" b="0">
                <a:solidFill>
                  <a:srgbClr val="FFFFFF"/>
                </a:solidFill>
                <a:latin typeface="Arial"/>
              </a:defRPr>
            </a:lvl1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46520"/>
            <a:ext cx="9905695" cy="274320"/>
          </a:xfrm>
        </p:spPr>
        <p:txBody>
          <a:bodyPr anchor="ctr" wrap="square"/>
          <a:lstStyle>
            <a:lvl1pPr algn="l" marL="0" indent="0">
              <a:buNone/>
              <a:defRPr sz="1100" b="0">
                <a:solidFill>
                  <a:srgbClr val="FFFFFF"/>
                </a:solidFill>
                <a:latin typeface="Arial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274320"/>
          </a:xfrm>
        </p:spPr>
        <p:txBody>
          <a:bodyPr anchor="ctr" wrap="square"/>
          <a:lstStyle>
            <a:lvl1pPr algn="r" marL="0" indent="0">
              <a:buNone/>
              <a:defRPr sz="1100" b="0">
                <a:solidFill>
                  <a:srgbClr val="FFFFFF"/>
                </a:solidFill>
                <a:latin typeface="Arial"/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bar"/>
          <p:cNvSpPr/>
          <p:nvPr userDrawn="1"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2021"/>
          </a:solidFill>
          <a:ln>
            <a:noFill/>
          </a:ln>
        </p:spPr>
      </p:sp>
      <p:sp>
        <p:nvSpPr>
          <p:cNvPr id="7" name="Gold rule"/>
          <p:cNvSpPr/>
          <p:nvPr userDrawn="1"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FFCD0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9728"/>
            <a:ext cx="11277295" cy="786384"/>
          </a:xfrm>
        </p:spPr>
        <p:txBody>
          <a:bodyPr anchor="ctr" wrap="square"/>
          <a:lstStyle>
            <a:lvl1pPr algn="l" marL="0" indent="0">
              <a:buNone/>
              <a:defRPr sz="2800" b="1" cap="all" spc="100">
                <a:solidFill>
                  <a:srgbClr val="FFFFFF"/>
                </a:solidFill>
                <a:latin typeface="Arial"/>
              </a:defRPr>
            </a:lvl1pPr>
          </a:lstStyle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46520"/>
            <a:ext cx="9905695" cy="274320"/>
          </a:xfrm>
        </p:spPr>
        <p:txBody>
          <a:bodyPr anchor="ctr" wrap="square"/>
          <a:lstStyle>
            <a:lvl1pPr algn="l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274320"/>
          </a:xfrm>
        </p:spPr>
        <p:txBody>
          <a:bodyPr anchor="ctr" wrap="square"/>
          <a:lstStyle>
            <a:lvl1pPr algn="r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46520"/>
            <a:ext cx="9905695" cy="274320"/>
          </a:xfrm>
        </p:spPr>
        <p:txBody>
          <a:bodyPr anchor="ctr" wrap="square"/>
          <a:lstStyle>
            <a:lvl1pPr algn="l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274320"/>
          </a:xfrm>
        </p:spPr>
        <p:txBody>
          <a:bodyPr anchor="ctr" wrap="square"/>
          <a:lstStyle>
            <a:lvl1pPr algn="r" marL="0" indent="0">
              <a:buNone/>
              <a:defRPr sz="1100" b="0">
                <a:solidFill>
                  <a:srgbClr val="6B6B6B"/>
                </a:solidFill>
                <a:latin typeface="Arial"/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 b="1" cap="all" spc="100">
          <a:solidFill/>
          <a:solidFill/>
          <a:solidFill/>
          <a:solidFill>
            <a:srgbClr val="222021"/>
          </a:solidFill>
          <a:latin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/>
          <a:solidFill/>
          <a:solidFill/>
          <a:solidFill>
            <a:srgbClr val="222021"/>
          </a:solidFill>
          <a:latin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/>
          <a:solidFill/>
          <a:solidFill/>
          <a:solidFill>
            <a:srgbClr val="222021"/>
          </a:solidFill>
          <a:latin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/>
          <a:solidFill/>
          <a:solidFill/>
          <a:solidFill>
            <a:srgbClr val="222021"/>
          </a:solidFill>
          <a:latin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/>
          <a:solidFill/>
          <a:solidFill/>
          <a:solidFill>
            <a:srgbClr val="222021"/>
          </a:solidFill>
          <a:latin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/>
          <a:solidFill/>
          <a:solidFill/>
          <a:solidFill>
            <a:srgbClr val="222021"/>
          </a:solidFill>
          <a:latin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/>
          <a:solidFill/>
          <a:solidFill/>
          <a:solidFill>
            <a:srgbClr val="222021"/>
          </a:solidFill>
          <a:latin typeface="Arial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/>
          <a:solidFill/>
          <a:solidFill/>
          <a:solidFill>
            <a:srgbClr val="222021"/>
          </a:solidFill>
          <a:latin typeface="Arial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/>
          <a:solidFill/>
          <a:solidFill/>
          <a:solidFill>
            <a:srgbClr val="222021"/>
          </a:solidFill>
          <a:latin typeface="Arial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/>
          <a:solidFill/>
          <a:solidFill/>
          <a:solidFill>
            <a:srgbClr val="222021"/>
          </a:solidFill>
          <a:latin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Army trainer (D9)">
      <a:dk1>
        <a:srgbClr val="222021"/>
      </a:dk1>
      <a:lt1>
        <a:srgbClr val="FFFFFF"/>
      </a:lt1>
      <a:dk2>
        <a:srgbClr val="58574E"/>
      </a:dk2>
      <a:lt2>
        <a:srgbClr val="E6E6E6"/>
      </a:lt2>
      <a:accent1>
        <a:srgbClr val="FFCD01"/>
      </a:accent1>
      <a:accent2>
        <a:srgbClr val="58574E"/>
      </a:accent2>
      <a:accent3>
        <a:srgbClr val="6B6B6B"/>
      </a:accent3>
      <a:accent4>
        <a:srgbClr val="8A6D00"/>
      </a:accent4>
      <a:accent5>
        <a:srgbClr val="2E6B30"/>
      </a:accent5>
      <a:accent6>
        <a:srgbClr val="B3261E"/>
      </a:accent6>
      <a:hlink>
        <a:srgbClr val="8A6D00"/>
      </a:hlink>
      <a:folHlink>
        <a:srgbClr val="6B6B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